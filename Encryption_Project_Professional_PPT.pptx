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75120" y="-1097280"/>
            <a:ext cx="4754880" cy="4754880"/>
          </a:xfrm>
          <a:prstGeom prst="ellipse">
            <a:avLst/>
          </a:prstGeom>
          <a:solidFill>
            <a:srgbClr val="1B4F72">
              <a:alpha val="40000"/>
            </a:srgbClr>
          </a:solidFill>
          <a:ln w="12700">
            <a:solidFill>
              <a:srgbClr val="1B4F7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188720" y="2926080"/>
            <a:ext cx="3840480" cy="3840480"/>
          </a:xfrm>
          <a:prstGeom prst="ellipse">
            <a:avLst/>
          </a:prstGeom>
          <a:solidFill>
            <a:srgbClr val="00C9FF">
              <a:alpha val="18000"/>
            </a:srgbClr>
          </a:solidFill>
          <a:ln w="12700">
            <a:solidFill>
              <a:srgbClr val="00C9FF">
                <a:alpha val="1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365760"/>
            <a:ext cx="54864" cy="43891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5029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YEAR PROJECT REPORT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9144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1463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DECRYPTION SYSTEM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40080" y="21031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Text, File and Image Security using Java &amp; AES-128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97480"/>
            <a:ext cx="5669280" cy="1600200"/>
          </a:xfrm>
          <a:prstGeom prst="roundRect">
            <a:avLst>
              <a:gd name="adj" fmla="val 4571"/>
            </a:avLst>
          </a:prstGeom>
          <a:solidFill>
            <a:srgbClr val="1B4F72">
              <a:alpha val="55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163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68680" y="3108960"/>
            <a:ext cx="5212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Vanji Muthu P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Udhaiappan</a:t>
            </a:r>
            <a:endParaRPr lang="en-US" sz="17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Sathiyan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0080" y="45262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B.E., Electronics and Communication Engineering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4773168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V.S.B. College of Engineering Technical Campus  |  Anna University  |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6012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Tools Used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069080" y="1234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2976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1764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69080" y="1764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5720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95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— Text Encryption Engine (AESUtil.java)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069080" y="229514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768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825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— File Encryption (FileEncryptor.java)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069080" y="28254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976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0120" y="3355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— Image Encryption (ImageEncryptor.java)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069080" y="335584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29768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6012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— Console Menu (Main.java)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406908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2976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60120" y="4416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 — GUI Design (EncryptionGUI.java)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069080" y="4416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29768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475488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5780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Compile &amp; Run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8366760" y="12344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595360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75488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257800" y="176479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Text Module Screenshots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8366760" y="176479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595360" y="176479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475488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257800" y="2295144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File Module Screenshot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366760" y="2295144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595360" y="2295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75488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5257800" y="2825496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Image Module Screenshot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366760" y="2825496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95360" y="28254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50" dirty="0"/>
          </a:p>
        </p:txBody>
      </p:sp>
      <p:sp>
        <p:nvSpPr>
          <p:cNvPr id="48" name="Text 46"/>
          <p:cNvSpPr/>
          <p:nvPr/>
        </p:nvSpPr>
        <p:spPr>
          <a:xfrm>
            <a:off x="475488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5257800" y="335584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Workflow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8366760" y="335584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595360" y="33558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50" dirty="0"/>
          </a:p>
        </p:txBody>
      </p:sp>
      <p:sp>
        <p:nvSpPr>
          <p:cNvPr id="52" name="Text 50"/>
          <p:cNvSpPr/>
          <p:nvPr/>
        </p:nvSpPr>
        <p:spPr>
          <a:xfrm>
            <a:off x="475488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5257800" y="38862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Deployment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8366760" y="38862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59536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50" dirty="0"/>
          </a:p>
        </p:txBody>
      </p:sp>
      <p:sp>
        <p:nvSpPr>
          <p:cNvPr id="56" name="Text 54"/>
          <p:cNvSpPr/>
          <p:nvPr/>
        </p:nvSpPr>
        <p:spPr>
          <a:xfrm>
            <a:off x="475488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5257800" y="441655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58" name="Text 56"/>
          <p:cNvSpPr/>
          <p:nvPr/>
        </p:nvSpPr>
        <p:spPr>
          <a:xfrm>
            <a:off x="8366760" y="4416552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.....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8595360" y="44165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Tools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was developed step-by-step using Java, covering text, file, and image encryption with a complete GUI application and cloud-based deployment.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68249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3852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(JDK 17)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663440" y="1627632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28032" y="1682496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28032" y="193852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Java Extension Pack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2414016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4688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30352" y="27249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AES-128 (Advanced Encryption Standard)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663440" y="2414016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28032" y="2468880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28032" y="272491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javax.crypto (built-in Java security library)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65760" y="32004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2552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Framework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0352" y="35112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Swing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663440" y="3200400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325526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28032" y="351129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&amp; GitHub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65760" y="39867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0416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Testing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30352" y="4297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Codespaces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663440" y="3986784"/>
            <a:ext cx="4023360" cy="640080"/>
          </a:xfrm>
          <a:prstGeom prst="roundRect">
            <a:avLst>
              <a:gd name="adj" fmla="val 11429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4041648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28032" y="42976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Markdown (README.md)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Folder Structure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005840"/>
            <a:ext cx="8046720" cy="2834640"/>
          </a:xfrm>
          <a:prstGeom prst="roundRect">
            <a:avLst>
              <a:gd name="adj" fmla="val 2258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15568"/>
            <a:ext cx="7717536" cy="26151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EncryptionProject/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AESUtil.java          (Core AES encrypt/decrypt logic)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FileEncryptor.java    (File encryption/decryption module)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ImageEncryptor.java   (Image encryption/decryption module)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EncryptionGUI.java    (Java Swing GUI with 3 tabs)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Main.java             (Console menu - text version)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test.txt              (Sample test file)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test.png              (Sample test image)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EncryptionSystem.jar  (Runnable JAR file)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README.md             (Project documentation)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modules share a common AES-128 secret key defined in AESUtil.java, ensuring consistent encryption logic across text, file, and image operations.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1: AESUtil.java — Core Encryption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1707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69848"/>
            <a:ext cx="8083296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javax.crypto.Cipher;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javax.crypto.spec.SecretKeySpec;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java.util.Base64;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AESUtil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 SECRET_KEY = "MySecretKey12345";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String encrypt(String text) throws Exception {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SecretKeySpec key = new SecretKeySpec(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SECRET_KEY.getBytes(), "AES");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 cipher = Cipher.getInstance("AES");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cipher.init(Cipher.ENCRYPT_MODE, key);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byte[] encrypted = cipher.doFinal(text.getBytes());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Base64.getEncoder().encodeToString(encrypted);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decrypt() mirrors encrypt() using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Cipher.DECRYPT_MODE and Base64 decode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2: FileEncryptor.java — File Module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1707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69848"/>
            <a:ext cx="8083296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FileEncryptor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 SECRET_KEY = "MySecretKey12345";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encryptFile(String inputFile,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outputFile) throws Exception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SecretKeySpec key = new SecretKeySpec(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SECRET_KEY.getBytes(), "AES");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 cipher = Cipher.getInstance("AES");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cipher.init(Cipher.ENCRYPT_MODE, key);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FileInputStream fis = new FileInputStream(inputFile);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byte[] inputBytes = fis.readAllBytes();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fis.close();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byte[] outputBytes = cipher.doFinal(inputBytes);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FileOutputStream fos = new FileOutputStream(outputFile);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fos.write(outputBytes);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fos.close();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decryptFile() follows the same pattern using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Cipher.DECRYPT_MODE instead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3: ImageEncryptor.java — Image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1707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69848"/>
            <a:ext cx="8083296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ImageEncryptor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private static final String SECRET_KEY = "MySecretKey12345";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encryptImage(String inputFile,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outputFile) throws Exception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SecretKeySpec key = new SecretKeySpec(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SECRET_KEY.getBytes(), "AES");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 cipher = Cipher.getInstance("AES");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cipher.init(Cipher.ENCRYPT_MODE, key);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FileInputStream fis = new FileInputStream(inputFile);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byte[] inputBytes = fis.readAllBytes();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fis.close();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byte[] outputBytes = cipher.doFinal(inputBytes);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FileOutputStream fos = new FileOutputStream(outputFile);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fos.write(outputBytes);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fos.close();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Image bytes treated as raw data — same AES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cipher logic directly encrypts pixel data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4: Main.java — Console Menu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3749040"/>
          </a:xfrm>
          <a:prstGeom prst="roundRect">
            <a:avLst>
              <a:gd name="adj" fmla="val 1707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069848"/>
            <a:ext cx="8083296" cy="35295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Scanner sc = new Scanner(System.in);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System.out.println("1. Encrypt Text");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System.out.println("2. Decrypt Text");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System.out.println("3. Encrypt File");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System.out.println("4. Decrypt File");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System.out.println("5. Encrypt Image");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System.out.println("6. Decrypt Image");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choice = sc.nextInt();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sc.nextLine();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(choice == 1)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text = sc.nextLine();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System.out.println(AESUtil.encrypt(text));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(choice == 3)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 = sc.nextLine();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out = sc.nextLine();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FileEncryptor.encryptFile(in, out);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(choice == 5)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in = sc.nextLine();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out = sc.nextLine();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ImageEncryptor.encryptImage(in, out);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choices 2, 4, 6 call the matching decrypt methods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5: EncryptionGUI.java — Swing GUI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41248" y="105156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JFrame main window (600x500) with dark theme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609344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6093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41248" y="1581912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JTabbedPane with 3 tabs: TEXT, FILE, IMAGE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1396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41248" y="2112264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tab has: input field, Browse/Encrypt/Decrypt buttons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670048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67004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41248" y="264261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JFileChooser used to browse files and images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20040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3172968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ActionListener on each button calls AESUtil / FileEncryptor / ImageEncryptor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3730752"/>
            <a:ext cx="347472" cy="347472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373075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41248" y="3703320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JOptionPane shows success/error popups after every operation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4343400"/>
            <a:ext cx="8412480" cy="777240"/>
          </a:xfrm>
          <a:prstGeom prst="roundRect">
            <a:avLst>
              <a:gd name="adj" fmla="val 8235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4453128"/>
            <a:ext cx="8083296" cy="5577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encryptTextBtn.addActionListener(e -&gt; {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result = AESUtil.encrypt(textInput.getText());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textResult.setText(result);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Compile &amp; Run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960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Compile all files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44168"/>
            <a:ext cx="80832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javac AESUtil.java FileEncryptor.java ImageEncryptor.java EncryptionGUI.java Main.java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65760" y="173736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Run Console Version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121408"/>
            <a:ext cx="80832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Main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65760" y="25146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Run GUI Version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365760" y="278892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898648"/>
            <a:ext cx="80832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EncryptionGUI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5760" y="32918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Create JAR file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0352" y="3675888"/>
            <a:ext cx="80832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jar cfe EncryptionSystem.jar EncryptionGUI *.class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Run JAR file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411480"/>
          </a:xfrm>
          <a:prstGeom prst="roundRect">
            <a:avLst>
              <a:gd name="adj" fmla="val 15556"/>
            </a:avLst>
          </a:prstGeom>
          <a:solidFill>
            <a:srgbClr val="1A252F"/>
          </a:solidFill>
          <a:ln w="9525">
            <a:solidFill>
              <a:srgbClr val="00C9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4453128"/>
            <a:ext cx="8083296" cy="192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5E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java -jar EncryptionSystem.jar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Text Encryption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2062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1B4F72"/>
            </a:solidFill>
            <a:prstDash val="solid"/>
          </a:ln>
        </p:spPr>
      </p:sp>
      <p:pic>
        <p:nvPicPr>
          <p:cNvPr id="6" name="Image 0" descr="/home/claude/ppt2/screenshot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11480" y="1005840"/>
            <a:ext cx="4023360" cy="3429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526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Text Encrypted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914400"/>
            <a:ext cx="420624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1B4F72"/>
            </a:solidFill>
            <a:prstDash val="solid"/>
          </a:ln>
        </p:spPr>
      </p:sp>
      <p:pic>
        <p:nvPicPr>
          <p:cNvPr id="9" name="Image 1" descr="/home/claude/ppt2/screenshot2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54880" y="1005840"/>
            <a:ext cx="4023360" cy="34290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754880" y="452628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Text Decrypted (Original Restored)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File Encryption Module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960120"/>
            <a:ext cx="6126480" cy="3794760"/>
          </a:xfrm>
          <a:prstGeom prst="roundRect">
            <a:avLst>
              <a:gd name="adj" fmla="val 1687"/>
            </a:avLst>
          </a:prstGeom>
          <a:solidFill>
            <a:srgbClr val="FFFFFF"/>
          </a:solidFill>
          <a:ln w="19050">
            <a:solidFill>
              <a:srgbClr val="00C9FF"/>
            </a:solidFill>
            <a:prstDash val="solid"/>
          </a:ln>
        </p:spPr>
      </p:sp>
      <p:pic>
        <p:nvPicPr>
          <p:cNvPr id="6" name="Image 0" descr="/home/claude/ppt2/screenshot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1078992"/>
            <a:ext cx="585216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4988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successfully encrypted and saved with .enc extension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Output — Image Encryption Module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508760" y="914400"/>
            <a:ext cx="6126480" cy="384048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 w="15875">
            <a:solidFill>
              <a:srgbClr val="1B4F72"/>
            </a:solidFill>
            <a:prstDash val="solid"/>
          </a:ln>
        </p:spPr>
      </p:sp>
      <p:pic>
        <p:nvPicPr>
          <p:cNvPr id="6" name="Image 0" descr="/home/claude/ppt2/screenshot4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45920" y="1005840"/>
            <a:ext cx="5852160" cy="33832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4498848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successfully encrypted and saved with .enc extension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Workflow — Step by Step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test.txt with sample content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10972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137160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Encrypt File → produced test.enc (unreadable)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560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Decrypt File → restored decrypted.txt (matched original)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219456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22860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00600" y="256032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test.png image to project folder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17A65"/>
          </a:solidFill>
          <a:ln w="12700">
            <a:solidFill>
              <a:srgbClr val="117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Encrypt Image → produced encrypted.png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383280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3474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3749040"/>
            <a:ext cx="3749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Decrypt Image → restored decrypted.png (matched original)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Upload &amp; Deployment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21040" y="73152"/>
            <a:ext cx="548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0584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00584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GitHub repository: Encryption-Decryption-System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627632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27632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1627632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all .java files, test files, and JAR file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2249424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49424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249424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detailed README.md with project description, modules, and how-to-run instructions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65760" y="2871216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871216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60120" y="2871216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project inside GitHub Codespaces (cloud terminal)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5760" y="3493008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493008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60120" y="3493008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Compiled and ran Main.java successfully in the cloud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4114800"/>
            <a:ext cx="365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411480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team GitHub/LinkedIn links and contact details to README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7498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046720" y="18288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749808"/>
            <a:ext cx="8412480" cy="3200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built a complete AES-128 encryption system covering Text, File, and Image data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" y="17373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16916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 professional Java Swing GUI for non-technical users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365760" y="24231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423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" y="23774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functionality through console testing and GUI testing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365760" y="31089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1089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30632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full source code, JAR file, and documentation to GitHub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65760" y="3794760"/>
            <a:ext cx="365760" cy="365760"/>
          </a:xfrm>
          <a:prstGeom prst="ellipse">
            <a:avLst/>
          </a:prstGeom>
          <a:solidFill>
            <a:srgbClr val="00B894"/>
          </a:solidFill>
          <a:ln w="12700">
            <a:solidFill>
              <a:srgbClr val="00B8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74904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cloud execution using GitHub Codespaces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65760" y="50749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Multi-Mode Encryption &amp; Decryption System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412480" y="50749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457200"/>
            <a:ext cx="4572000" cy="4572000"/>
          </a:xfrm>
          <a:prstGeom prst="ellipse">
            <a:avLst/>
          </a:prstGeom>
          <a:solidFill>
            <a:srgbClr val="1B4F72">
              <a:alpha val="35000"/>
            </a:srgbClr>
          </a:solidFill>
          <a:ln w="12700">
            <a:solidFill>
              <a:srgbClr val="1B4F72">
                <a:alpha val="3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4572000" cy="4572000"/>
          </a:xfrm>
          <a:prstGeom prst="ellipse">
            <a:avLst/>
          </a:prstGeom>
          <a:solidFill>
            <a:srgbClr val="00C9FF">
              <a:alpha val="20000"/>
            </a:srgbClr>
          </a:solidFill>
          <a:ln w="12700">
            <a:solidFill>
              <a:srgbClr val="00C9FF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2286000" y="1417320"/>
            <a:ext cx="4572000" cy="45720"/>
          </a:xfrm>
          <a:prstGeom prst="rect">
            <a:avLst/>
          </a:prstGeom>
          <a:solidFill>
            <a:srgbClr val="00C9FF"/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371600" y="2057400"/>
            <a:ext cx="6400800" cy="1828800"/>
          </a:xfrm>
          <a:prstGeom prst="roundRect">
            <a:avLst>
              <a:gd name="adj" fmla="val 6000"/>
            </a:avLst>
          </a:prstGeom>
          <a:solidFill>
            <a:srgbClr val="1B4F72">
              <a:alpha val="60000"/>
            </a:srgbClr>
          </a:solidFill>
          <a:ln w="12700">
            <a:solidFill>
              <a:srgbClr val="00C9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210312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VANJI MUTHU P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UDHAIAPPAN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SATHIYAN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7200" y="40690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C9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github.com/muhilvanji987-lang/Encryption-Decryption-System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V.S.B. College of Engineering Technical Campus  |  Anna University  |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Multi-Mode Encryption and Decryption System - Full Implementation</dc:title>
  <dc:subject>PptxGenJS Presentation</dc:subject>
  <dc:creator>PptxGenJS</dc:creator>
  <cp:lastModifiedBy>PptxGenJS</cp:lastModifiedBy>
  <cp:revision>1</cp:revision>
  <dcterms:created xsi:type="dcterms:W3CDTF">2026-06-30T10:59:16Z</dcterms:created>
  <dcterms:modified xsi:type="dcterms:W3CDTF">2026-06-30T10:59:16Z</dcterms:modified>
</cp:coreProperties>
</file>